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34A35-BB70-7558-A135-F3FC9CCD08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8D613C-7335-098F-B130-E0D7ABC9BC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D4226-512B-96D9-E8AF-36CC1AE6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EFE11-F753-4249-A830-22E781841BAF}" type="datetimeFigureOut">
              <a:rPr lang="en-IN" smtClean="0"/>
              <a:t>09-05-2022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991E9-4E10-EA2F-9BA7-A24E2A1CC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34AB8-FCE0-85E6-2305-82217F93B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335A-F063-4B6A-B14C-7AEB621A7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27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7F053-144A-1E91-9BC2-64EBE5B13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CDE12-37E5-35F2-517F-9BFF77648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58D74-2F8C-F3A1-8A96-7B362EDA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EFE11-F753-4249-A830-22E781841BAF}" type="datetimeFigureOut">
              <a:rPr lang="en-IN" smtClean="0"/>
              <a:t>09-05-2022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F2DC9-FC09-DF51-CE90-9EF5C90EB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0CDF9-F5C6-3020-3708-F5D5CA1A3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335A-F063-4B6A-B14C-7AEB621A7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808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B78F1-9B22-B21E-1E07-008468A39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B1BA8-2320-45C3-7A8D-C3850D796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4B860-C5A7-0FDB-2813-CF8F299E1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EFE11-F753-4249-A830-22E781841BAF}" type="datetimeFigureOut">
              <a:rPr lang="en-IN" smtClean="0"/>
              <a:t>09-05-2022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566C0-7DF3-F00E-713D-EA77609C7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5B163-B988-BDE6-C9BD-1691BFABE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335A-F063-4B6A-B14C-7AEB621A7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206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318B7-ACDA-F2F9-CFFA-8090679AA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2F2B2-CB91-078B-EF23-1FE97587C4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BBCFD-9678-D10B-8F19-0ECC00680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CF238D-53DD-59C9-8EA2-4F74E31B2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EFE11-F753-4249-A830-22E781841BAF}" type="datetimeFigureOut">
              <a:rPr lang="en-IN" smtClean="0"/>
              <a:t>09-05-2022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3A207-2E6E-D6A6-57F4-BB8E68DC4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B4B1A-D156-3300-BF59-801A24894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335A-F063-4B6A-B14C-7AEB621A7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633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FBCAE-CAAE-E858-26D9-5E58F721E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690C5-76E6-D175-CD3C-A838BCBD2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C4919D-E7A5-A579-A80B-6ABF4959A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74FE03-B4A9-2A63-6FCF-F815F5622C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B07F9D-C903-E571-9CA1-B5168BB7FE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2609FE-06FA-BC83-EA78-DCAC2B466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EFE11-F753-4249-A830-22E781841BAF}" type="datetimeFigureOut">
              <a:rPr lang="en-IN" smtClean="0"/>
              <a:t>09-05-2022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F35302-5FDD-D9A8-BFCE-E6DA758C8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5F1F20-1B63-6DE9-28C7-FBDAF6DC7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335A-F063-4B6A-B14C-7AEB621A7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379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32B42-70FB-8686-8C3B-40C3491CF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7CAB2E-219E-675B-0E1A-BD37C067E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EFE11-F753-4249-A830-22E781841BAF}" type="datetimeFigureOut">
              <a:rPr lang="en-IN" smtClean="0"/>
              <a:t>09-05-2022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9257DE-E155-2A63-5090-C5D045102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0F46FC-28E6-F8D3-B802-EA857A4D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335A-F063-4B6A-B14C-7AEB621A7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866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884FA-855E-EDA6-FEF2-C70C294E0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EFE11-F753-4249-A830-22E781841BAF}" type="datetimeFigureOut">
              <a:rPr lang="en-IN" smtClean="0"/>
              <a:t>09-05-2022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71132C-6215-4DBA-B583-5220505A4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39AE4-E9F8-F92C-930E-F30A9349C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335A-F063-4B6A-B14C-7AEB621A7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599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11540-8497-A4AB-665F-306440E2B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86F9F-9485-17DD-68B2-62AC02BA3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0C6B2-15C0-657B-FFBA-59B42C25BA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7D80C-4E83-C9AD-5E51-4BE190D88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EFE11-F753-4249-A830-22E781841BAF}" type="datetimeFigureOut">
              <a:rPr lang="en-IN" smtClean="0"/>
              <a:t>09-05-2022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0027A-F375-09C8-7780-14F4EF951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3C5E59-984D-ED37-5C56-C754DD388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335A-F063-4B6A-B14C-7AEB621A7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23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41323-B3AC-8E10-40BE-4330BA225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6F05B2-1101-EC51-9DDE-96D78D4EDD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BCDD14-E3DC-E3E8-337C-D0E12CF5D0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AACD2-1DEE-585F-B608-4B2E18714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EFE11-F753-4249-A830-22E781841BAF}" type="datetimeFigureOut">
              <a:rPr lang="en-IN" smtClean="0"/>
              <a:t>09-05-2022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B23272-4B32-6D0F-EDF2-2ADBF86B5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2811C-C04B-3437-1573-7B6C00626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335A-F063-4B6A-B14C-7AEB621A7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137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B5BDF-BDBF-4EC9-5295-C36A0B8AB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80399-E9B6-393E-0F52-1233831A9F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369F2-74BD-BFAB-E208-8B26904ED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EFE11-F753-4249-A830-22E781841BAF}" type="datetimeFigureOut">
              <a:rPr lang="en-IN" smtClean="0"/>
              <a:t>09-05-2022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1D88E-EC2E-3372-33D6-585CC3E5F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DAE3A-8A9E-E870-1606-3DA635B7F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335A-F063-4B6A-B14C-7AEB621A7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050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A35510-2DE7-2E75-7FAE-03FD3A137A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DA3EB-5597-C7EE-C713-505DB884E4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DA992-B0BD-D569-B8D0-6065F8E6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EFE11-F753-4249-A830-22E781841BAF}" type="datetimeFigureOut">
              <a:rPr lang="en-IN" smtClean="0"/>
              <a:t>09-05-2022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0E48E-D850-7F32-5F0F-16757248E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6BCF7-D5DA-06BA-6F6C-EA4970C48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C335A-F063-4B6A-B14C-7AEB621A7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818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4003CF-F876-3A13-815A-9695EAC3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C8F55-FD71-55A9-A23C-ABEE0DFA4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E4DDE-0883-519F-51FD-D952EACE54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AEFE11-F753-4249-A830-22E781841BAF}" type="datetimeFigureOut">
              <a:rPr lang="en-IN" smtClean="0"/>
              <a:t>09-05-2022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AFEE2-E527-88D9-1D93-FDC4C9AD3E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A1EE1-B744-FB74-5E5B-972DE2067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C335A-F063-4B6A-B14C-7AEB621A77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050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21357FF-4BF0-3F42-3FA7-1C9E8983C238}"/>
              </a:ext>
            </a:extLst>
          </p:cNvPr>
          <p:cNvSpPr/>
          <p:nvPr/>
        </p:nvSpPr>
        <p:spPr>
          <a:xfrm>
            <a:off x="2315817" y="4194378"/>
            <a:ext cx="6529875" cy="22362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297CEF22-75B9-B2E0-A1E9-CA59F6916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818" y="180721"/>
            <a:ext cx="6529874" cy="3940836"/>
          </a:xfrm>
          <a:prstGeom prst="rect">
            <a:avLst/>
          </a:prstGeom>
        </p:spPr>
      </p:pic>
      <p:pic>
        <p:nvPicPr>
          <p:cNvPr id="10" name="Picture 9" descr="Chart, funnel chart&#10;&#10;Description automatically generated">
            <a:extLst>
              <a:ext uri="{FF2B5EF4-FFF2-40B4-BE49-F238E27FC236}">
                <a16:creationId xmlns:a16="http://schemas.microsoft.com/office/drawing/2014/main" id="{7A47927E-381F-225B-D59F-C709D49403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817" y="4194377"/>
            <a:ext cx="6569009" cy="23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673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21357FF-4BF0-3F42-3FA7-1C9E8983C238}"/>
              </a:ext>
            </a:extLst>
          </p:cNvPr>
          <p:cNvSpPr/>
          <p:nvPr/>
        </p:nvSpPr>
        <p:spPr>
          <a:xfrm>
            <a:off x="2315817" y="4194378"/>
            <a:ext cx="6529875" cy="22362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297CEF22-75B9-B2E0-A1E9-CA59F6916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818" y="180721"/>
            <a:ext cx="6529874" cy="394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132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Nuno Rosa</dc:creator>
  <cp:lastModifiedBy>Nuno Rosa</cp:lastModifiedBy>
  <cp:revision>1</cp:revision>
  <dcterms:created xsi:type="dcterms:W3CDTF">2022-05-09T12:53:41Z</dcterms:created>
  <dcterms:modified xsi:type="dcterms:W3CDTF">2022-05-09T13:03:50Z</dcterms:modified>
</cp:coreProperties>
</file>